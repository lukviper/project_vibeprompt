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PITCH  ·  CONVERSATIONAL PROJECT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C5703A"/>
                </a:solidFill>
                <a:latin typeface="Georgia"/>
              </a:rPr>
              <a:t>VibePrompt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AF7F0"/>
                </a:solidFill>
                <a:latin typeface="Calibri"/>
              </a:rPr>
              <a:t>From vague student intent to a validated, agent-executable development prompt — without dumping chat into Cursor.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5703A"/>
                </a:solidFill>
                <a:latin typeface="Georgia"/>
              </a:rPr>
              <a:t>Spec-first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7F0"/>
                </a:solidFill>
                <a:latin typeface="Calibri"/>
              </a:rPr>
              <a:t>Prompt is the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5703A"/>
                </a:solidFill>
                <a:latin typeface="Georgia"/>
              </a:rPr>
              <a:t>Hybrid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7F0"/>
                </a:solidFill>
                <a:latin typeface="Calibri"/>
              </a:rPr>
              <a:t>NLP + LLM +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5703A"/>
                </a:solidFill>
                <a:latin typeface="Georgia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F7F0"/>
                </a:solidFill>
                <a:latin typeface="Calibri"/>
              </a:rPr>
              <a:t>Phases 0–14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Students don’t fail at coding first — they fail at specifying.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Vague briefs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“NLP + cybersecurity, five weeks, no idea…” becomes unstructured chat that evaporates.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Pivots &amp; creep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React becomes Flutter. Facial recognition sneaks into a phishing detector.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Prompt dumping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Whole transcripts pasted into Cursor → filler, contradictions, missing acceptance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0624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No adversarial check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Friendly chatbots agree. Feasibility, datasets, and AI necessity never get grilled.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AF7F0"/>
                </a:solidFill>
                <a:latin typeface="Georgia"/>
              </a:rPr>
              <a:t>The structured project specification is the product.
The Cursor prompt is a compiled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AF7F0"/>
                </a:solidFill>
                <a:latin typeface="Calibri"/>
              </a:rPr>
              <a:t>If conversation is the source of truth, every agent run inherits chaos. If ProjectState is the source of truth, every prompt is measurable, coverable, and repairable.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A conversational project architect — not another chatbot.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2F5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>
                <a:solidFill>
                  <a:srgbClr val="2F5D50"/>
                </a:solidFill>
                <a:latin typeface="Calibri"/>
              </a:rPr>
              <a:t>IS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Requirements + research + grill + architecture engine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Hybrid NLP + LLM system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Mentor + engineer + adversarial reviewer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One chat workspace with internal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A33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600" b="1">
                <a:solidFill>
                  <a:srgbClr val="A33B2B"/>
                </a:solidFill>
                <a:latin typeface="Calibri"/>
              </a:rPr>
              <a:t>IS NOT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Generic ChatGPT wrapper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Prompt generator alone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Form wizard with mandatory steps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21A17"/>
                </a:solidFill>
                <a:latin typeface="Calibri"/>
              </a:rPr>
              <a:t>→  Autonomous coder of the student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Who we serve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Primary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Students building academic software under time and team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Next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Hackathon teams, research-minded builders, developers preparing agentic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611880" cy="292608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Entry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Continue as Guest (ephemeral)  ·  Login / Create Account (durable, isolated).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CANONICAL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One continuous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Ideation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Customize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2560320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Grill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ProjectState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Compile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Validate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3749039"/>
            <a:ext cx="1783080" cy="640080"/>
          </a:xfrm>
          <a:prstGeom prst="roundRect">
            <a:avLst>
              <a:gd name="adj" fmla="val 50000"/>
            </a:avLst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AF7F0"/>
                </a:solidFill>
                <a:latin typeface="Calibri"/>
              </a:rPr>
              <a:t>Agent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A17"/>
                </a:solidFill>
                <a:latin typeface="Calibri"/>
              </a:rPr>
              <a:t>Chat is the interface. Engines are the intelligence. ProjectState is durable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PRODUCT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Eight non-negotiables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1. One workspace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Capabilities, not mandatory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0312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2. ProjectState wins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Conversation is input, never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3. Compile from state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Never dump raw chat into the final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210312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4. Research on demand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Provenance; no invented papers or URLs.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20624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5. Grill is adversarial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Weaknesses + must-resolve — no vanity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20624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6. Provenance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USER / RESEARCH / AI_RECOMMENDATION /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20624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7. Hybrid NLP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Rules &amp; embeddings where measurable; LLM where generative.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4206240"/>
            <a:ext cx="278892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8. Don’t over-engineer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One app, clear services, justified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DEMO NARRATIVE  · 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A17"/>
                </a:solidFill>
                <a:latin typeface="Georgia"/>
              </a:rPr>
              <a:t>“I need an NLP cybersecurity project… I don’t know what.”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21A17"/>
                </a:solidFill>
                <a:latin typeface="Calibri"/>
              </a:rPr>
              <a:t>01  Guest starts. Subject, solo, five weeks → ProjectState.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02  Ideation produces detailed cards — not titles.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03  Select phishing detector; lock core idea.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04  “Existing systems?” → research with RESEARCH provenance.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05  Facial recognition added → drift + grill must-resolve.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06  Architecture + tech with purpose / reason / alternative / trade-off.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21A17"/>
                </a:solidFill>
                <a:latin typeface="Calibri"/>
              </a:rPr>
              <a:t>07  Compile from state → validator repairs → dense agent prompt.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CAPABILITY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What runs under the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Ideation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Why it matters, solution, AI/NLP, data, risks, research extension.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1031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Requirements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Actor / capability / acceptance; progressive questions; no silent overwrite.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10312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Research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On-demand findings; apply into requirements on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062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Grill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11 adversarial dimensions: clarity, dataset, AI necessity, timeline, security…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2062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Architecture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Layers, tech trade-offs, entities, justified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206240"/>
            <a:ext cx="3657600" cy="192024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Compile + Validate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Gate, coverage metrics, redundancy/ambiguity, repair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Vs “just use ChatGPT”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5703A"/>
                </a:solidFill>
                <a:latin typeface="Calibri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5703A"/>
                </a:solidFill>
                <a:latin typeface="Calibri"/>
              </a:rPr>
              <a:t>Generic LLM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2103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5703A"/>
                </a:solidFill>
                <a:latin typeface="Calibri"/>
              </a:rPr>
              <a:t>VibePrompt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606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606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Versioned ProjectState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Often silent merge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3108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Surface and 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Pivots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Lost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6118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Dependency notices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Often hallucinated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114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Provenance + no-fabricate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Vibes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4617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Grill + prompt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A17"/>
                </a:solidFill>
                <a:latin typeface="Calibri"/>
              </a:rPr>
              <a:t>Agent handoff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Paste chat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21A17"/>
                </a:solidFill>
                <a:latin typeface="Calibri"/>
              </a:rPr>
              <a:t>Compiled, validated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Stack that matches the philosophy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Backend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FastAPI · SQLAlchemy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PostgreSQL / SQLite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spaCy · scikit-learn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Sentence Transformers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Optional NLI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Gemini via routed providers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657600" cy="34747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Flutter (web / mobile)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Chat-first AppShell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Guest + login entry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Capability bar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(not mode tabs)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219456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Model routing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Chat / extract → fast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Grill / arch / compile → reasoning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Research → research slot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Keys never reach Flutter.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SYSTEM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Simple architecture, deep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5156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121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/>
            <a:r>
              <a:rPr sz="1800" b="0">
                <a:solidFill>
                  <a:srgbClr val="121A17"/>
                </a:solidFill>
                <a:latin typeface="Consolas"/>
              </a:rPr>
              <a:t>Flutter chat
  → REST + Bearer auth
  → Conversation Manager (stages)
  → NLP intent / extract / conflict / drift
  → Engines (ideas, research, grill, architecture)
  → ProjectState + versions + provenance
  → Prompt compiler → Validator → Agent prompt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EXECUTION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Plan shipped: phases 0–14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5703A"/>
                </a:solidFill>
                <a:latin typeface="Georgia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7F0"/>
                </a:solidFill>
                <a:latin typeface="Calibri"/>
              </a:rPr>
              <a:t>backend tests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5703A"/>
                </a:solidFill>
                <a:latin typeface="Georgia"/>
              </a:rPr>
              <a:t>A1–A7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7F0"/>
                </a:solidFill>
                <a:latin typeface="Calibri"/>
              </a:rPr>
              <a:t>acceptance journeys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C5703A"/>
                </a:solidFill>
                <a:latin typeface="Georgia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7F0"/>
                </a:solidFill>
                <a:latin typeface="Calibri"/>
              </a:rPr>
              <a:t>phases 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Includes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State, routing, manager, ideation, research, requirements, grill, architecture, auth, compiler, validator, unified UI, e2e,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Honest limits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Research quality depends on Gemini config; streaming not in V1; production needs a strong AUTH_SECRET.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Where this sits in the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Agentic coding boom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Cursor and Codex amplify bad specs as fast as good 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Education gap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Courses teach features, not requirements discipline under AI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6118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Trust layer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Provenance + adversarial grill create auditability generic chats lack.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GO-TO-MARKET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AF7F0"/>
                </a:solidFill>
                <a:latin typeface="Georgia"/>
              </a:rPr>
              <a:t>How it can grow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Wedge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Course and lab deployments: guest for sessions, login for portfolios.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Expansion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Hackathons → indie builders → shared ProjectState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Monetization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Hosted seats, campus licenses, grounded research, IDE export packs.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C2A25"/>
          </a:solidFill>
          <a:ln>
            <a:solidFill>
              <a:srgbClr val="C57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C5703A"/>
                </a:solidFill>
                <a:latin typeface="Calibri"/>
              </a:rPr>
              <a:t>Moat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FAF7F0"/>
                </a:solidFill>
                <a:latin typeface="Calibri"/>
              </a:rPr>
              <a:t>Workflow + state schema + evaluation harness — not a prompt template.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A17"/>
                </a:solidFill>
                <a:latin typeface="Georgia"/>
              </a:rPr>
              <a:t>What we want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Design partners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One or two courses or labs with real student briefs.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Grounded research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Verified search APIs for higher-confidence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Agent IDE pilots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One-click export into Cursor/Codex with coverage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06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8D0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500" b="1">
                <a:solidFill>
                  <a:srgbClr val="8A4518"/>
                </a:solidFill>
                <a:latin typeface="Calibri"/>
              </a:rPr>
              <a:t>Support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21A17"/>
                </a:solidFill>
                <a:latin typeface="Calibri"/>
              </a:rPr>
              <a:t>UX polish, evaluation datasets, campus distribution.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703A"/>
                </a:solidFill>
                <a:latin typeface="Calibr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C5703A"/>
                </a:solidFill>
                <a:latin typeface="Georgia"/>
              </a:rPr>
              <a:t>VibePrompt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AF7F0"/>
                </a:solidFill>
                <a:latin typeface="Georgia"/>
              </a:rPr>
              <a:t>Build the project in conversation.
Ship the prompt from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AF7F0"/>
                </a:solidFill>
                <a:latin typeface="Calibri"/>
              </a:rPr>
              <a:t>Project mentor + requirements engineer + research assistant + adversarial reviewer + system architect + NLP engine + prompt compiler + prompt validator.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64"/>
                </a:solidFill>
                <a:latin typeface="Calibri"/>
              </a:rPr>
              <a:t>Not merely: chatbot + LLM API + text generator.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5703A"/>
                </a:solidFill>
                <a:latin typeface="Georgia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